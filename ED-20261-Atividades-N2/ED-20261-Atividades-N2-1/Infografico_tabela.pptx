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5B4DF-88E2-CB31-8165-204359D89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08EC04-87DF-18BB-3FF0-D297A49B6B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D9904-1895-C44A-9BB4-87E23FDD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CA492D-C6C6-8FF2-3F1D-C9CDD0D1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F6D586-E7AA-B790-D3CC-9B6A3802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084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539B5-D84B-902A-871A-CD3885832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A5BF79-465F-D065-1590-9B03145B3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B43B95-3F1B-5455-D7EE-F5173D5C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165824-C790-DB26-3000-F0E88B20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62F84-10F0-7CF2-EFA1-753DF339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40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66C22-5F03-C1E0-BA18-6A5920E7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EED87A-405A-4173-2026-3AF3307E4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E489B-ECEC-B1FB-A935-33EB7B952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D10C2E-CE8B-9F0C-3271-CFC8E429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5567A3-D00E-EB14-CAA2-7AA47ED5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72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2D71D-F739-313D-31FF-B6472C69C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870EA3-4846-CB3F-4135-BEC2A6F8D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22B21-4889-3A40-65F1-12DBA99F6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6F28F2-4534-4413-9575-1E973C23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D8FC0F-0913-B6A7-1D6C-3DF27123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B893AF-2F85-36EB-E3A4-F0C53C95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038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DE580-5B87-AF94-F127-14C5F303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FCDCF1-0E0B-0E0C-BE90-A073376A4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159924-CDEB-3588-77DA-54AF67AE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66D300-2887-3E55-2C06-935619F11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5299D3-0678-BCA2-E6BC-B8E41906B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90A0FE-EBF8-B7FC-A8A9-C7715226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57A4B76-1C50-FAE1-249D-0C0EA42C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BBC76EB-8A9D-CAF7-7044-709F453B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109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B7F759-2C1B-1C6D-B239-9841EC03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8E7901-6A76-5BEC-D1B1-8F13B270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B26427-257F-E3D5-2686-CBCB9127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9051B2-A4C5-228F-38F1-BB6C95D1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922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871FC86-5395-5F14-58D3-701F662B6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14101B-8EAE-625A-6197-BD42C758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FF8384-143A-A93D-5BB5-71397A5E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02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0B5A3-4B17-4861-6EA2-DDA4D5549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D923D0-E69A-8B4D-E970-128C72E0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4EFDC31-BC39-1746-0767-2241D3665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86E94C-BFC8-2677-1F5E-C3050F8B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DF9DA8-FBA6-F287-25EC-84A62EF6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A92AB-3285-64D6-53C1-A637A8D67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67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64E4D-D608-F212-6529-67BB408D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A10C670-3D51-3450-A566-C55876A84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297239-277F-7A0F-7898-0B3EEDB52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C6AA99-9401-87B7-0E0F-9A0A5EECF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3A1F9C-C5B5-140C-6C2E-78A18D48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D089DA-0ACA-442F-4A94-1FE42D6F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807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92510-8083-EE0B-EB5C-0FF760FD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D9E570-6FB4-DC70-EB9C-223254106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BD0011-7332-9283-7840-DEB3197A4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695D5-9EC3-03A9-102F-58B0003B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F9FC57-D2C8-6565-779E-1533451F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29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928EA2-8A25-2C56-4F06-7CED8F31BA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AB27CD-43B1-204B-01A3-FEDBF07F9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1574DC-680C-3800-92F4-4397A3A3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92FC52-D084-AE12-4742-947B4552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64189B-5F2A-16A8-1B90-C683E696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74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55DC047-93E6-73A8-A25C-717D2809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9C1C86-890F-6871-94CB-C1FF8784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AD71F1-FA68-E2A5-290C-69816719E5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9A04D-8B2D-41BF-98FC-69A7C9865949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B6234D-22C2-8A82-6691-6EBFFD9C7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823329-BA0F-58C4-7C46-C7B360A85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B7E7D-5694-4E6D-BF27-F290EC9767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5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1A2BC9E8-D301-BB64-DD6A-6AC8D3363B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629835"/>
              </p:ext>
            </p:extLst>
          </p:nvPr>
        </p:nvGraphicFramePr>
        <p:xfrm>
          <a:off x="633046" y="3765062"/>
          <a:ext cx="10663310" cy="2966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32662">
                  <a:extLst>
                    <a:ext uri="{9D8B030D-6E8A-4147-A177-3AD203B41FA5}">
                      <a16:colId xmlns:a16="http://schemas.microsoft.com/office/drawing/2014/main" val="4015492530"/>
                    </a:ext>
                  </a:extLst>
                </a:gridCol>
                <a:gridCol w="2132662">
                  <a:extLst>
                    <a:ext uri="{9D8B030D-6E8A-4147-A177-3AD203B41FA5}">
                      <a16:colId xmlns:a16="http://schemas.microsoft.com/office/drawing/2014/main" val="2755217148"/>
                    </a:ext>
                  </a:extLst>
                </a:gridCol>
                <a:gridCol w="2132662">
                  <a:extLst>
                    <a:ext uri="{9D8B030D-6E8A-4147-A177-3AD203B41FA5}">
                      <a16:colId xmlns:a16="http://schemas.microsoft.com/office/drawing/2014/main" val="2069941525"/>
                    </a:ext>
                  </a:extLst>
                </a:gridCol>
                <a:gridCol w="2132662">
                  <a:extLst>
                    <a:ext uri="{9D8B030D-6E8A-4147-A177-3AD203B41FA5}">
                      <a16:colId xmlns:a16="http://schemas.microsoft.com/office/drawing/2014/main" val="2075275495"/>
                    </a:ext>
                  </a:extLst>
                </a:gridCol>
                <a:gridCol w="2132662">
                  <a:extLst>
                    <a:ext uri="{9D8B030D-6E8A-4147-A177-3AD203B41FA5}">
                      <a16:colId xmlns:a16="http://schemas.microsoft.com/office/drawing/2014/main" val="683697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Ancestrais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Endereço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63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00000196a43b1430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329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00000196a43b1450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525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00000196a43b1470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9529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50, 30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00000196a43b1490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32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50, 30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00000196a43b14b0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62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50, 70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00000196a43b14d0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019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50, 70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00000196a43b14f0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879358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A3267DA8-78F8-7961-1889-D4FCEFC27BBE}"/>
              </a:ext>
            </a:extLst>
          </p:cNvPr>
          <p:cNvSpPr txBox="1"/>
          <p:nvPr/>
        </p:nvSpPr>
        <p:spPr>
          <a:xfrm>
            <a:off x="2180833" y="594963"/>
            <a:ext cx="433134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dirty="0">
                <a:solidFill>
                  <a:srgbClr val="FF0000"/>
                </a:solidFill>
              </a:rPr>
              <a:t>         50</a:t>
            </a:r>
          </a:p>
          <a:p>
            <a:r>
              <a:rPr lang="pt-BR" sz="4000" dirty="0"/>
              <a:t>        /  \</a:t>
            </a:r>
          </a:p>
          <a:p>
            <a:r>
              <a:rPr lang="pt-BR" sz="4000" dirty="0"/>
              <a:t>   </a:t>
            </a:r>
            <a:r>
              <a:rPr lang="pt-BR" sz="4000" dirty="0">
                <a:solidFill>
                  <a:srgbClr val="3399FF"/>
                </a:solidFill>
              </a:rPr>
              <a:t>30</a:t>
            </a:r>
            <a:r>
              <a:rPr lang="pt-BR" sz="4000" dirty="0"/>
              <a:t>       </a:t>
            </a:r>
            <a:r>
              <a:rPr lang="pt-BR" sz="4000" dirty="0">
                <a:solidFill>
                  <a:srgbClr val="3399FF"/>
                </a:solidFill>
              </a:rPr>
              <a:t>70</a:t>
            </a:r>
          </a:p>
          <a:p>
            <a:r>
              <a:rPr lang="pt-BR" sz="4000" dirty="0"/>
              <a:t>   /  \      /  \</a:t>
            </a:r>
          </a:p>
          <a:p>
            <a:r>
              <a:rPr lang="pt-BR" sz="4000" dirty="0">
                <a:solidFill>
                  <a:srgbClr val="00B050"/>
                </a:solidFill>
              </a:rPr>
              <a:t>20   40 60  80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5B6288B-E619-8104-884F-03132DDF9D60}"/>
              </a:ext>
            </a:extLst>
          </p:cNvPr>
          <p:cNvSpPr txBox="1"/>
          <p:nvPr/>
        </p:nvSpPr>
        <p:spPr>
          <a:xfrm>
            <a:off x="6096000" y="1774809"/>
            <a:ext cx="60983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🔴 50 (raiz)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🔵 30, 70 (internos)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🟢 20, 40, 60, 80 (folhas) 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FAE25B7-65D8-DCFF-DCB4-3A8CDF385AB6}"/>
              </a:ext>
            </a:extLst>
          </p:cNvPr>
          <p:cNvSpPr txBox="1"/>
          <p:nvPr/>
        </p:nvSpPr>
        <p:spPr>
          <a:xfrm>
            <a:off x="3725070" y="0"/>
            <a:ext cx="39490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Infográfico/Tabela</a:t>
            </a:r>
          </a:p>
        </p:txBody>
      </p:sp>
    </p:spTree>
    <p:extLst>
      <p:ext uri="{BB962C8B-B14F-4D97-AF65-F5344CB8AC3E}">
        <p14:creationId xmlns:p14="http://schemas.microsoft.com/office/powerpoint/2010/main" val="10861157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VINICIUS GUEDES SORIANO PEREIRA</dc:creator>
  <cp:lastModifiedBy>VINICIUS GUEDES SORIANO PEREIRA</cp:lastModifiedBy>
  <cp:revision>2</cp:revision>
  <dcterms:created xsi:type="dcterms:W3CDTF">2026-05-05T20:02:11Z</dcterms:created>
  <dcterms:modified xsi:type="dcterms:W3CDTF">2026-05-05T21:09:32Z</dcterms:modified>
</cp:coreProperties>
</file>